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48840"/>
            <a:ext cx="103628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A0A0C"/>
                </a:solidFill>
                <a:latin typeface="Calibri"/>
              </a:rPr>
              <a:t>3 Lines — Company Website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55606E"/>
                </a:solidFill>
                <a:latin typeface="Calibri"/>
              </a:rPr>
              <a:t>A guided tour of our services, sectors and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80644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F6BFF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246727"/>
            <a:ext cx="11521440" cy="40445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5606E"/>
                </a:solidFill>
                <a:latin typeface="Calibri"/>
              </a:rPr>
              <a:t>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5606E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2150440"/>
            <a:ext cx="11521440" cy="22370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5606E"/>
                </a:solidFill>
                <a:latin typeface="Calibri"/>
              </a:rPr>
              <a:t>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5606E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186720"/>
            <a:ext cx="11521440" cy="4164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5606E"/>
                </a:solidFill>
                <a:latin typeface="Calibri"/>
              </a:rPr>
              <a:t>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5606E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32" y="274320"/>
            <a:ext cx="9658030" cy="5989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5606E"/>
                </a:solidFill>
                <a:latin typeface="Calibri"/>
              </a:rPr>
              <a:t>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5606E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3098959"/>
            <a:ext cx="11521440" cy="3400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5606E"/>
                </a:solidFill>
                <a:latin typeface="Calibri"/>
              </a:rPr>
              <a:t>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5606E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386620"/>
            <a:ext cx="11521440" cy="5764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5606E"/>
                </a:solidFill>
                <a:latin typeface="Calibri"/>
              </a:rPr>
              <a:t>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5606E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306735"/>
            <a:ext cx="11521440" cy="39244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5606E"/>
                </a:solidFill>
                <a:latin typeface="Calibri"/>
              </a:rPr>
              <a:t>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5606E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2006822"/>
            <a:ext cx="11521440" cy="25243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5606E"/>
                </a:solidFill>
                <a:latin typeface="Calibri"/>
              </a:rPr>
              <a:t>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5606E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32" y="274320"/>
            <a:ext cx="9658030" cy="5989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5606E"/>
                </a:solidFill>
                <a:latin typeface="Calibri"/>
              </a:rPr>
              <a:t>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5606E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2426875"/>
            <a:ext cx="11521440" cy="168421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5606E"/>
                </a:solidFill>
                <a:latin typeface="Calibri"/>
              </a:rPr>
              <a:t>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5606E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876806"/>
            <a:ext cx="11521440" cy="27843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5606E"/>
                </a:solidFill>
                <a:latin typeface="Calibri"/>
              </a:rPr>
              <a:t>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5606E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32" y="274320"/>
            <a:ext cx="9658030" cy="5989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5606E"/>
                </a:solidFill>
                <a:latin typeface="Calibri"/>
              </a:rPr>
              <a:t>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5606E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812798"/>
            <a:ext cx="11521440" cy="29123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5606E"/>
                </a:solidFill>
                <a:latin typeface="Calibri"/>
              </a:rPr>
              <a:t>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5606E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876806"/>
            <a:ext cx="11521440" cy="27843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5606E"/>
                </a:solidFill>
                <a:latin typeface="Calibri"/>
              </a:rPr>
              <a:t>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5606E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32" y="274320"/>
            <a:ext cx="9658030" cy="5989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5606E"/>
                </a:solidFill>
                <a:latin typeface="Calibri"/>
              </a:rPr>
              <a:t>Partners &amp;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5606E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090708"/>
            <a:ext cx="11521440" cy="4356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5606E"/>
                </a:solidFill>
                <a:latin typeface="Calibri"/>
              </a:rPr>
              <a:t>Partners &amp;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5606E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872805"/>
            <a:ext cx="11521440" cy="27923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5606E"/>
                </a:solidFill>
                <a:latin typeface="Calibri"/>
              </a:rPr>
              <a:t>Partners &amp;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5606E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32" y="274320"/>
            <a:ext cx="9658030" cy="5989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5606E"/>
                </a:solidFill>
                <a:latin typeface="Calibri"/>
              </a:rPr>
              <a:t>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5606E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3100959"/>
            <a:ext cx="11521440" cy="3360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5606E"/>
                </a:solidFill>
                <a:latin typeface="Calibri"/>
              </a:rPr>
              <a:t>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5606E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872805"/>
            <a:ext cx="11521440" cy="27923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5606E"/>
                </a:solidFill>
                <a:latin typeface="Calibri"/>
              </a:rPr>
              <a:t>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5606E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628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A0A0C"/>
                </a:solidFill>
                <a:latin typeface="Calibri"/>
              </a:rPr>
              <a:t>Let's work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628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55606E"/>
                </a:solidFill>
                <a:latin typeface="Calibri"/>
              </a:rPr>
              <a:t>Explore the full, interactive site and get in touch: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628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F6BFF"/>
                </a:solidFill>
                <a:latin typeface="Calibri"/>
              </a:rPr>
              <a:t>https://3lines.com.sa/en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5606E"/>
                </a:solidFill>
                <a:latin typeface="Calibri"/>
              </a:rPr>
              <a:t>Contact: https://3lines.com.sa/en/contact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