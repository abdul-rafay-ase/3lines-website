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 Lines — Company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AA3AF"/>
                </a:solidFill>
                <a:latin typeface="Calibri"/>
              </a:rPr>
              <a:t>A guided tour of our services, sectors and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F86F7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652653"/>
            <a:ext cx="11521440" cy="52326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150440"/>
            <a:ext cx="11521440" cy="22370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150715"/>
            <a:ext cx="11521440" cy="42365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098959"/>
            <a:ext cx="11521440" cy="340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14611"/>
            <a:ext cx="11521440" cy="59087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312735"/>
            <a:ext cx="11521440" cy="3912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006822"/>
            <a:ext cx="11521440" cy="2524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8" y="274320"/>
            <a:ext cx="9761879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426875"/>
            <a:ext cx="11521440" cy="16842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12810"/>
            <a:ext cx="11521440" cy="27123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2" y="274320"/>
            <a:ext cx="965803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86807"/>
            <a:ext cx="11521440" cy="27643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12810"/>
            <a:ext cx="11521440" cy="27123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8" y="274320"/>
            <a:ext cx="9761879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796671"/>
            <a:ext cx="11521440" cy="4944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08810"/>
            <a:ext cx="11521440" cy="27203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Partners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8" y="274320"/>
            <a:ext cx="9761879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3100959"/>
            <a:ext cx="11521440" cy="336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08810"/>
            <a:ext cx="11521440" cy="27203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355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AA3AF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3550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AA3AF"/>
                </a:solidFill>
                <a:latin typeface="Calibri"/>
              </a:rPr>
              <a:t>https://3lines.com.sa/en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Let's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AA3AF"/>
                </a:solidFill>
                <a:latin typeface="Calibri"/>
              </a:rPr>
              <a:t>Explore the full, interactive site and get in touch: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86F7"/>
                </a:solidFill>
                <a:latin typeface="Calibri"/>
              </a:rPr>
              <a:t>https://3lines.com.sa/en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3AF"/>
                </a:solidFill>
                <a:latin typeface="Calibri"/>
              </a:rPr>
              <a:t>Contact: https://3lines.com.sa/en/contact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